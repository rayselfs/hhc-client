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  <Relationship Id="rId22" Type="http://schemas.openxmlformats.org/officeDocument/2006/relationships/slide" Target="slides/slide21.xml"/>
  <Relationship Id="rId23" Type="http://schemas.openxmlformats.org/officeDocument/2006/relationships/slide" Target="slides/slide2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 placeholder">
    <p:spTree>
      <p:nvGrpSpPr>
        <p:cNvPr id="1" name=""/>
        <p:cNvGrpSpPr/>
        <p:nvPr/>
      </p:nvGrpSpPr>
      <p:grpSpPr/>
      <p:sp>
        <p:nvSpPr>
          <p:cNvPr id="2" name="Layout Body Placeholder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endParaRPr lang="zh-TW" sz="7500" b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ster Body Placeholder"/>
          <p:cNvSpPr>
            <a:spLocks noGrp="1"/>
          </p:cNvSpPr>
          <p:nvPr>
            <p:ph type="body" idx="1"/>
          </p:nvPr>
        </p:nvSpPr>
        <p:spPr>
          <a:xfrm>
            <a:off x="1524000" y="1524000"/>
            <a:ext cx="9144000" cy="3962400"/>
          </a:xfrm>
          <a:prstGeom prst="rect">
            <a:avLst/>
          </a:prstGeom>
        </p:spPr>
        <p:txBody>
          <a:bodyPr wrap="square"/>
          <a:lstStyle/>
          <a:p>
            <a:endParaRPr lang="zh-TW" sz="7500" b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8800" b="1">
                <a:solidFill>
                  <a:srgbClr val="111827"/>
                </a:solidFill>
                <a:latin typeface="Noto Sans TC"/>
                <a:ea typeface="Noto Sans TC"/>
              </a:rPr>
              <a:t>主愛永不止息</a:t>
            </a:r>
          </a:p>
          <a:p>
            <a:pPr algn="ctr"/>
            <a:r>
              <a:rPr lang="zh-TW" sz="8800" b="1">
                <a:solidFill>
                  <a:srgbClr val="111827"/>
                </a:solidFill>
                <a:latin typeface="Noto Sans TC"/>
                <a:ea typeface="Noto Sans TC"/>
              </a:rPr>
              <a:t>願祢榮耀充滿全地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Amazing grace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How sweet the 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耶穌基督是主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我們敬拜祢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Holy Spirit come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Fill this place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祢信實何廣大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清晨復清晨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Great is Thy faithfulness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Morning by morning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我要一生敬拜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高舉祢聖名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Here I am to worship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Here I am to bow down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祢愛拯救我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恩典領我回家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Your love never fails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It never gives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在祢寶座前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萬民都屈膝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Worthy is the Lamb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Seated on the throne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哈利路亞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榮耀歸於神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Hallelujah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Glory to our God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求祢更新我心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使我更像祢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Create in me a clean heart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Renew a right spirit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祢是道路真理生命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我單單跟隨祢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You are the way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The truth and life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天父我愛祢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深深愛祢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2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Father we love You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We worship and adore You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2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願祢國降臨</a:t>
            </a:r>
          </a:p>
          <a:p>
            <a:pPr algn="ctr"/>
            <a:r>
              <a:rPr lang="zh-TW" sz="7500" b="1">
                <a:solidFill>
                  <a:srgbClr val="111827"/>
                </a:solidFill>
                <a:latin typeface="Noto Sans TC"/>
                <a:ea typeface="Noto Sans TC"/>
              </a:rPr>
              <a:t>願祢旨意成全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2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Let Your kingdom come</a:t>
            </a:r>
          </a:p>
          <a:p>
            <a:pPr algn="ctr"/>
            <a:r>
              <a:rPr lang="zh-TW" sz="6000" b="1">
                <a:solidFill>
                  <a:srgbClr val="111827"/>
                </a:solidFill>
                <a:latin typeface="Noto Sans TC"/>
                <a:ea typeface="Noto Sans TC"/>
              </a:rPr>
              <a:t>Let Your will be 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brePresenter Test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F59E0B"/>
      </a:accent4>
      <a:accent5>
        <a:srgbClr val="7C3AED"/>
      </a:accent5>
      <a:accent6>
        <a:srgbClr val="0891B2"/>
      </a:accent6>
      <a:hlink>
        <a:srgbClr val="0000FF"/>
      </a:hlink>
      <a:folHlink>
        <a:srgbClr val="800080"/>
      </a:folHlink>
    </a:clrScheme>
    <a:fontScheme name="Libre">
      <a:majorFont>
        <a:latin typeface="Noto Sans TC"/>
        <a:ea typeface="Noto Sans TC"/>
        <a:cs typeface="Noto Sans TC"/>
      </a:majorFont>
      <a:minorFont>
        <a:latin typeface="Noto Sans TC"/>
        <a:ea typeface="Noto Sans TC"/>
        <a:cs typeface="Noto Sans TC"/>
      </a:minorFont>
    </a:fontScheme>
    <a:fmtScheme name="Libr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